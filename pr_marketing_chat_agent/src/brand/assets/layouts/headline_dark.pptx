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5"/>
  </p:sldIdLst>
  <p:sldSz cx="10287000" cy="12852400"/>
  <p:notesSz cx="6858000" cy="9144000"/>
  <p:embeddedFontLst>
    <p:embeddedFont>
      <p:font typeface="DM Sans 1" pitchFamily="2" charset="77"/>
      <p:regular r:id="rId8"/>
    </p:embeddedFont>
    <p:embeddedFont>
      <p:font typeface="DM Sans 1 Bold" pitchFamily="2" charset="77"/>
      <p:regular r:id="rId9"/>
      <p:bold r:id="rId10"/>
    </p:embeddedFont>
    <p:embeddedFont>
      <p:font typeface="DM Sans 1 Heavy" pitchFamily="2" charset="77"/>
      <p:regular r:id="rId11"/>
      <p:bold r:id="rId12"/>
    </p:embeddedFont>
    <p:embeddedFont>
      <p:font typeface="DM Sans 1 Medium" pitchFamily="2" charset="77"/>
      <p:regular r:id="rId13"/>
    </p:embeddedFont>
    <p:embeddedFont>
      <p:font typeface="DM Sans 1 Semi-Bold" pitchFamily="2" charset="77"/>
      <p:regular r:id="rId14"/>
      <p:bold r:id="rId15"/>
    </p:embeddedFont>
    <p:embeddedFont>
      <p:font typeface="DM Sans 2" pitchFamily="2" charset="77"/>
      <p:regular r:id="rId16"/>
    </p:embeddedFont>
    <p:embeddedFont>
      <p:font typeface="DM Sans 2 Bold" pitchFamily="2" charset="77"/>
      <p:regular r:id="rId17"/>
      <p:bold r:id="rId18"/>
    </p:embeddedFont>
    <p:embeddedFont>
      <p:font typeface="Stack Sans Notch" pitchFamily="2" charset="77"/>
      <p:regular r:id="rId19"/>
    </p:embeddedFont>
    <p:embeddedFont>
      <p:font typeface="Stack Sans Notch Bold" pitchFamily="2" charset="77"/>
      <p:regular r:id="rId20"/>
      <p:bold r:id="rId21"/>
    </p:embeddedFont>
    <p:embeddedFont>
      <p:font typeface="Stack Sans Notch Light" pitchFamily="2" charset="77"/>
      <p:regular r:id="rId22"/>
    </p:embeddedFont>
    <p:embeddedFont>
      <p:font typeface="Stack Sans Notch Semi-Bold" pitchFamily="2" charset="77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10" autoAdjust="0"/>
  </p:normalViewPr>
  <p:slideViewPr>
    <p:cSldViewPr>
      <p:cViewPr varScale="1">
        <p:scale>
          <a:sx n="52" d="100"/>
          <a:sy n="52" d="100"/>
        </p:scale>
        <p:origin x="308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font" Target="fonts/font9.fntdata"/><Relationship Id="rId17" Type="http://schemas.openxmlformats.org/officeDocument/2006/relationships/font" Target="fonts/font10.fntdata"/><Relationship Id="rId18" Type="http://schemas.openxmlformats.org/officeDocument/2006/relationships/font" Target="fonts/font11.fntdata"/><Relationship Id="rId19" Type="http://schemas.openxmlformats.org/officeDocument/2006/relationships/font" Target="fonts/font12.fntdata"/><Relationship Id="rId20" Type="http://schemas.openxmlformats.org/officeDocument/2006/relationships/font" Target="fonts/font13.fntdata"/><Relationship Id="rId21" Type="http://schemas.openxmlformats.org/officeDocument/2006/relationships/font" Target="fonts/font14.fntdata"/><Relationship Id="rId22" Type="http://schemas.openxmlformats.org/officeDocument/2006/relationships/font" Target="fonts/font15.fntdata"/><Relationship Id="rId23" Type="http://schemas.openxmlformats.org/officeDocument/2006/relationships/font" Target="fonts/font16.fntdata"/><Relationship Id="rId24" Type="http://schemas.openxmlformats.org/officeDocument/2006/relationships/font" Target="fonts/font17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3.jpeg"/><Relationship Id="rId6" Type="http://schemas.openxmlformats.org/officeDocument/2006/relationships/image" Target="../media/image14.pn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14675">
            <a:off x="315123" y="660236"/>
            <a:ext cx="12375883" cy="15373768"/>
          </a:xfrm>
          <a:custGeom>
            <a:avLst/>
            <a:gdLst/>
            <a:ahLst/>
            <a:cxnLst/>
            <a:rect l="l" t="t" r="r" b="b"/>
            <a:pathLst>
              <a:path w="12375883" h="15373768">
                <a:moveTo>
                  <a:pt x="0" y="0"/>
                </a:moveTo>
                <a:lnTo>
                  <a:pt x="12375883" y="0"/>
                </a:lnTo>
                <a:lnTo>
                  <a:pt x="12375883" y="15373767"/>
                </a:lnTo>
                <a:lnTo>
                  <a:pt x="0" y="15373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>
            <a:off x="-8527492" y="2090933"/>
            <a:ext cx="17467162" cy="23256840"/>
          </a:xfrm>
          <a:custGeom>
            <a:avLst/>
            <a:gdLst/>
            <a:ahLst/>
            <a:cxnLst/>
            <a:rect l="l" t="t" r="r" b="b"/>
            <a:pathLst>
              <a:path w="17467162" h="23256840">
                <a:moveTo>
                  <a:pt x="0" y="0"/>
                </a:moveTo>
                <a:lnTo>
                  <a:pt x="17467162" y="0"/>
                </a:lnTo>
                <a:lnTo>
                  <a:pt x="17467162" y="23256841"/>
                </a:lnTo>
                <a:lnTo>
                  <a:pt x="0" y="23256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906" r="-2190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18430" y="-860008"/>
            <a:ext cx="10631965" cy="7759982"/>
          </a:xfrm>
          <a:custGeom>
            <a:avLst/>
            <a:gdLst/>
            <a:ahLst/>
            <a:cxnLst/>
            <a:rect l="l" t="t" r="r" b="b"/>
            <a:pathLst>
              <a:path w="10631965" h="7759982">
                <a:moveTo>
                  <a:pt x="0" y="0"/>
                </a:moveTo>
                <a:lnTo>
                  <a:pt x="10631965" y="0"/>
                </a:lnTo>
                <a:lnTo>
                  <a:pt x="10631965" y="7759982"/>
                </a:lnTo>
                <a:lnTo>
                  <a:pt x="0" y="7759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972" t="-8858" b="-21991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771061" y="2634832"/>
            <a:ext cx="2201173" cy="462816"/>
            <a:chOff x="0" y="0"/>
            <a:chExt cx="943528" cy="1983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3528" cy="198385"/>
            </a:xfrm>
            <a:custGeom>
              <a:avLst/>
              <a:gdLst/>
              <a:ahLst/>
              <a:cxnLst/>
              <a:rect l="l" t="t" r="r" b="b"/>
              <a:pathLst>
                <a:path w="943528" h="198385">
                  <a:moveTo>
                    <a:pt x="99193" y="0"/>
                  </a:moveTo>
                  <a:lnTo>
                    <a:pt x="844335" y="0"/>
                  </a:lnTo>
                  <a:cubicBezTo>
                    <a:pt x="899118" y="0"/>
                    <a:pt x="943528" y="44410"/>
                    <a:pt x="943528" y="99193"/>
                  </a:cubicBezTo>
                  <a:lnTo>
                    <a:pt x="943528" y="99193"/>
                  </a:lnTo>
                  <a:cubicBezTo>
                    <a:pt x="943528" y="125500"/>
                    <a:pt x="933077" y="150730"/>
                    <a:pt x="914475" y="169332"/>
                  </a:cubicBezTo>
                  <a:cubicBezTo>
                    <a:pt x="895873" y="187935"/>
                    <a:pt x="870643" y="198385"/>
                    <a:pt x="844335" y="198385"/>
                  </a:cubicBezTo>
                  <a:lnTo>
                    <a:pt x="99193" y="198385"/>
                  </a:lnTo>
                  <a:cubicBezTo>
                    <a:pt x="44410" y="198385"/>
                    <a:pt x="0" y="153975"/>
                    <a:pt x="0" y="99193"/>
                  </a:cubicBezTo>
                  <a:lnTo>
                    <a:pt x="0" y="99193"/>
                  </a:lnTo>
                  <a:cubicBezTo>
                    <a:pt x="0" y="44410"/>
                    <a:pt x="44410" y="0"/>
                    <a:pt x="99193" y="0"/>
                  </a:cubicBezTo>
                  <a:close/>
                </a:path>
              </a:pathLst>
            </a:custGeom>
            <a:solidFill>
              <a:srgbClr val="4C4C4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943528" cy="198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2409" y="2634832"/>
            <a:ext cx="1718477" cy="462816"/>
            <a:chOff x="0" y="0"/>
            <a:chExt cx="1615714" cy="4351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15714" cy="435140"/>
            </a:xfrm>
            <a:custGeom>
              <a:avLst/>
              <a:gdLst/>
              <a:ahLst/>
              <a:cxnLst/>
              <a:rect l="l" t="t" r="r" b="b"/>
              <a:pathLst>
                <a:path w="1615714" h="435140">
                  <a:moveTo>
                    <a:pt x="0" y="0"/>
                  </a:moveTo>
                  <a:lnTo>
                    <a:pt x="1615714" y="0"/>
                  </a:lnTo>
                  <a:lnTo>
                    <a:pt x="1615714" y="435140"/>
                  </a:lnTo>
                  <a:lnTo>
                    <a:pt x="0" y="4351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14400" r="-692318" b="-5320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615714" cy="435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23"/>
                </a:lnSpc>
              </a:pPr>
              <a:r>
                <a:rPr lang="en-US" sz="1599" spc="174">
                  <a:solidFill>
                    <a:srgbClr val="FFFFFF"/>
                  </a:solidFill>
                  <a:latin typeface="DM Sans 1"/>
                  <a:ea typeface="DM Sans 1"/>
                  <a:cs typeface="DM Sans 1"/>
                  <a:sym typeface="DM Sans 1"/>
                </a:rPr>
                <a:t>TECH LEADER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771061" y="6357034"/>
            <a:ext cx="1246193" cy="0"/>
          </a:xfrm>
          <a:prstGeom prst="line">
            <a:avLst/>
          </a:prstGeom>
          <a:ln w="28575" cap="flat">
            <a:solidFill>
              <a:srgbClr val="00E6C5">
                <a:alpha val="7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771061" y="859100"/>
            <a:ext cx="2201173" cy="734641"/>
          </a:xfrm>
          <a:custGeom>
            <a:avLst/>
            <a:gdLst/>
            <a:ahLst/>
            <a:cxnLst/>
            <a:rect l="l" t="t" r="r" b="b"/>
            <a:pathLst>
              <a:path w="2201173" h="734641">
                <a:moveTo>
                  <a:pt x="0" y="0"/>
                </a:moveTo>
                <a:lnTo>
                  <a:pt x="2201173" y="0"/>
                </a:lnTo>
                <a:lnTo>
                  <a:pt x="2201173" y="734641"/>
                </a:lnTo>
                <a:lnTo>
                  <a:pt x="0" y="7346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771061" y="10961148"/>
            <a:ext cx="4815513" cy="964152"/>
            <a:chOff x="0" y="0"/>
            <a:chExt cx="990846" cy="19838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90846" cy="198385"/>
            </a:xfrm>
            <a:custGeom>
              <a:avLst/>
              <a:gdLst/>
              <a:ahLst/>
              <a:cxnLst/>
              <a:rect l="l" t="t" r="r" b="b"/>
              <a:pathLst>
                <a:path w="990846" h="198385">
                  <a:moveTo>
                    <a:pt x="99193" y="0"/>
                  </a:moveTo>
                  <a:lnTo>
                    <a:pt x="891654" y="0"/>
                  </a:lnTo>
                  <a:cubicBezTo>
                    <a:pt x="946436" y="0"/>
                    <a:pt x="990846" y="44410"/>
                    <a:pt x="990846" y="99193"/>
                  </a:cubicBezTo>
                  <a:lnTo>
                    <a:pt x="990846" y="99193"/>
                  </a:lnTo>
                  <a:cubicBezTo>
                    <a:pt x="990846" y="125500"/>
                    <a:pt x="980396" y="150730"/>
                    <a:pt x="961794" y="169332"/>
                  </a:cubicBezTo>
                  <a:cubicBezTo>
                    <a:pt x="943191" y="187935"/>
                    <a:pt x="917961" y="198385"/>
                    <a:pt x="891654" y="198385"/>
                  </a:cubicBezTo>
                  <a:lnTo>
                    <a:pt x="99193" y="198385"/>
                  </a:lnTo>
                  <a:cubicBezTo>
                    <a:pt x="44410" y="198385"/>
                    <a:pt x="0" y="153975"/>
                    <a:pt x="0" y="99193"/>
                  </a:cubicBezTo>
                  <a:lnTo>
                    <a:pt x="0" y="99193"/>
                  </a:lnTo>
                  <a:cubicBezTo>
                    <a:pt x="0" y="44410"/>
                    <a:pt x="44410" y="0"/>
                    <a:pt x="99193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990846" cy="198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3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14196" y="11129032"/>
            <a:ext cx="3729243" cy="628384"/>
            <a:chOff x="0" y="0"/>
            <a:chExt cx="3354635" cy="56526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354635" cy="565262"/>
            </a:xfrm>
            <a:custGeom>
              <a:avLst/>
              <a:gdLst/>
              <a:ahLst/>
              <a:cxnLst/>
              <a:rect l="l" t="t" r="r" b="b"/>
              <a:pathLst>
                <a:path w="3354635" h="565262">
                  <a:moveTo>
                    <a:pt x="0" y="0"/>
                  </a:moveTo>
                  <a:lnTo>
                    <a:pt x="3354635" y="0"/>
                  </a:lnTo>
                  <a:lnTo>
                    <a:pt x="3354635" y="565262"/>
                  </a:lnTo>
                  <a:lnTo>
                    <a:pt x="0" y="5652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95987" r="-281609" b="-3865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3354635" cy="6605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1"/>
                </a:lnSpc>
              </a:pPr>
              <a:r>
                <a:rPr lang="en-US" sz="2799" b="1" spc="204">
                  <a:solidFill>
                    <a:srgbClr val="FFFFFF"/>
                  </a:solidFill>
                  <a:latin typeface="DM Sans 1 Semi-Bold"/>
                  <a:ea typeface="DM Sans 1 Semi-Bold"/>
                  <a:cs typeface="DM Sans 1 Semi-Bold"/>
                  <a:sym typeface="DM Sans 1 Semi-Bold"/>
                </a:rPr>
                <a:t>RUN WITH CALFUS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71061" y="3538606"/>
            <a:ext cx="8909524" cy="2398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032"/>
              </a:lnSpc>
            </a:pPr>
            <a:r>
              <a:rPr lang="en-US" sz="10264">
                <a:solidFill>
                  <a:srgbClr val="FFFFFF"/>
                </a:solidFill>
                <a:latin typeface="Stack Sans Notch"/>
                <a:ea typeface="Stack Sans Notch"/>
                <a:cs typeface="Stack Sans Notch"/>
                <a:sym typeface="Stack Sans Notch"/>
              </a:rPr>
              <a:t>Innovation has no Finish Line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71061" y="6899974"/>
            <a:ext cx="8683392" cy="927964"/>
            <a:chOff x="0" y="0"/>
            <a:chExt cx="7811132" cy="8347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811132" cy="834748"/>
            </a:xfrm>
            <a:custGeom>
              <a:avLst/>
              <a:gdLst/>
              <a:ahLst/>
              <a:cxnLst/>
              <a:rect l="l" t="t" r="r" b="b"/>
              <a:pathLst>
                <a:path w="7811132" h="834748">
                  <a:moveTo>
                    <a:pt x="0" y="0"/>
                  </a:moveTo>
                  <a:lnTo>
                    <a:pt x="7811132" y="0"/>
                  </a:lnTo>
                  <a:lnTo>
                    <a:pt x="7811132" y="834748"/>
                  </a:lnTo>
                  <a:lnTo>
                    <a:pt x="0" y="8347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68148" r="-63889" b="-2294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7811132" cy="9109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96"/>
                </a:lnSpc>
              </a:pPr>
              <a:r>
                <a:rPr lang="en-US" sz="2400" b="1" spc="175">
                  <a:solidFill>
                    <a:srgbClr val="C7C7C7"/>
                  </a:solidFill>
                  <a:latin typeface="DM Sans 1 Semi-Bold"/>
                  <a:ea typeface="DM Sans 1 Semi-Bold"/>
                  <a:cs typeface="DM Sans 1 Semi-Bold"/>
                  <a:sym typeface="DM Sans 1 Semi-Bold"/>
                </a:rPr>
                <a:t>We don't just deploy code; we orchestrate systems that endure. Our execution is your stability.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</Words>
  <Application>Microsoft Macintosh PowerPoint</Application>
  <PresentationFormat>Custom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0" baseType="lpstr">
      <vt:lpstr>Arial</vt:lpstr>
      <vt:lpstr>Stack Sans Notch Light</vt:lpstr>
      <vt:lpstr>Stack Sans Notch Bold</vt:lpstr>
      <vt:lpstr>DM Sans 1 Medium</vt:lpstr>
      <vt:lpstr>Calibri</vt:lpstr>
      <vt:lpstr>DM Sans 1 Bold</vt:lpstr>
      <vt:lpstr>DM Sans 2</vt:lpstr>
      <vt:lpstr>DM Sans 1 Semi-Bold</vt:lpstr>
      <vt:lpstr>DM Sans 1 Heavy</vt:lpstr>
      <vt:lpstr>Stack Sans Notch</vt:lpstr>
      <vt:lpstr>DM Sans 2 Bold</vt:lpstr>
      <vt:lpstr>Stack Sans Notch Semi-Bold</vt:lpstr>
      <vt:lpstr>DM Sans 1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Calfus - Ownership (Social media templates) - Client Copy</dc:title>
  <cp:lastModifiedBy>Divya Kardile</cp:lastModifiedBy>
  <cp:revision>3</cp:revision>
  <dcterms:created xsi:type="dcterms:W3CDTF">2006-08-16T00:00:00Z</dcterms:created>
  <dcterms:modified xsi:type="dcterms:W3CDTF">2026-10-16T07:45:54Z</dcterms:modified>
  <dc:identifier>DAHMEzwCEc4</dc:identifier>
</cp:coreProperties>
</file>