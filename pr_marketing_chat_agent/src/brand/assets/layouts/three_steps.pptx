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7"/>
  </p:sldIdLst>
  <p:sldSz cx="10287000" cy="12852400"/>
  <p:notesSz cx="6858000" cy="9144000"/>
  <p:embeddedFontLst>
    <p:embeddedFont>
      <p:font typeface="DM Sans 1" pitchFamily="2" charset="77"/>
      <p:regular r:id="rId8"/>
    </p:embeddedFont>
    <p:embeddedFont>
      <p:font typeface="DM Sans 1 Bold" pitchFamily="2" charset="77"/>
      <p:regular r:id="rId9"/>
      <p:bold r:id="rId10"/>
    </p:embeddedFont>
    <p:embeddedFont>
      <p:font typeface="DM Sans 1 Heavy" pitchFamily="2" charset="77"/>
      <p:regular r:id="rId11"/>
      <p:bold r:id="rId12"/>
    </p:embeddedFont>
    <p:embeddedFont>
      <p:font typeface="DM Sans 1 Medium" pitchFamily="2" charset="77"/>
      <p:regular r:id="rId13"/>
    </p:embeddedFont>
    <p:embeddedFont>
      <p:font typeface="DM Sans 1 Semi-Bold" pitchFamily="2" charset="77"/>
      <p:regular r:id="rId14"/>
      <p:bold r:id="rId15"/>
    </p:embeddedFont>
    <p:embeddedFont>
      <p:font typeface="DM Sans 2" pitchFamily="2" charset="77"/>
      <p:regular r:id="rId16"/>
    </p:embeddedFont>
    <p:embeddedFont>
      <p:font typeface="DM Sans 2 Bold" pitchFamily="2" charset="77"/>
      <p:regular r:id="rId17"/>
      <p:bold r:id="rId18"/>
    </p:embeddedFont>
    <p:embeddedFont>
      <p:font typeface="Stack Sans Notch" pitchFamily="2" charset="77"/>
      <p:regular r:id="rId19"/>
    </p:embeddedFont>
    <p:embeddedFont>
      <p:font typeface="Stack Sans Notch Bold" pitchFamily="2" charset="77"/>
      <p:regular r:id="rId20"/>
      <p:bold r:id="rId21"/>
    </p:embeddedFont>
    <p:embeddedFont>
      <p:font typeface="Stack Sans Notch Light" pitchFamily="2" charset="77"/>
      <p:regular r:id="rId22"/>
    </p:embeddedFont>
    <p:embeddedFont>
      <p:font typeface="Stack Sans Notch Semi-Bold" pitchFamily="2" charset="7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0" autoAdjust="0"/>
  </p:normalViewPr>
  <p:slideViewPr>
    <p:cSldViewPr>
      <p:cViewPr varScale="1">
        <p:scale>
          <a:sx n="52" d="100"/>
          <a:sy n="52" d="100"/>
        </p:scale>
        <p:origin x="30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font" Target="fonts/font13.fntdata"/><Relationship Id="rId21" Type="http://schemas.openxmlformats.org/officeDocument/2006/relationships/font" Target="fonts/font14.fntdata"/><Relationship Id="rId22" Type="http://schemas.openxmlformats.org/officeDocument/2006/relationships/font" Target="fonts/font15.fntdata"/><Relationship Id="rId23" Type="http://schemas.openxmlformats.org/officeDocument/2006/relationships/font" Target="fonts/font16.fntdata"/><Relationship Id="rId24" Type="http://schemas.openxmlformats.org/officeDocument/2006/relationships/font" Target="fonts/font17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jpe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9573"/>
            <a:ext cx="10287000" cy="13537896"/>
          </a:xfrm>
          <a:custGeom>
            <a:avLst/>
            <a:gdLst/>
            <a:ahLst/>
            <a:cxnLst/>
            <a:rect l="l" t="t" r="r" b="b"/>
            <a:pathLst>
              <a:path w="10287000" h="13537896">
                <a:moveTo>
                  <a:pt x="0" y="0"/>
                </a:moveTo>
                <a:lnTo>
                  <a:pt x="10287000" y="0"/>
                </a:lnTo>
                <a:lnTo>
                  <a:pt x="10287000" y="13537896"/>
                </a:lnTo>
                <a:lnTo>
                  <a:pt x="0" y="1353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00" r="-158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65957" y="1389711"/>
            <a:ext cx="2872804" cy="297983"/>
            <a:chOff x="0" y="0"/>
            <a:chExt cx="6621651" cy="6868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1656" cy="686837"/>
            </a:xfrm>
            <a:custGeom>
              <a:avLst/>
              <a:gdLst/>
              <a:ahLst/>
              <a:cxnLst/>
              <a:rect l="l" t="t" r="r" b="b"/>
              <a:pathLst>
                <a:path w="6621656" h="686837">
                  <a:moveTo>
                    <a:pt x="0" y="0"/>
                  </a:moveTo>
                  <a:lnTo>
                    <a:pt x="6621656" y="0"/>
                  </a:lnTo>
                  <a:lnTo>
                    <a:pt x="6621656" y="686837"/>
                  </a:lnTo>
                  <a:lnTo>
                    <a:pt x="0" y="686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48" r="-188125" b="-4912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6621651" cy="677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2"/>
                </a:lnSpc>
              </a:pPr>
              <a:r>
                <a:rPr lang="en-US" sz="718" b="1" spc="331">
                  <a:solidFill>
                    <a:srgbClr val="4F9084"/>
                  </a:solidFill>
                  <a:latin typeface="DM Sans 1 Bold"/>
                  <a:ea typeface="DM Sans 1 Bold"/>
                  <a:cs typeface="DM Sans 1 Bold"/>
                  <a:sym typeface="DM Sans 1 Bold"/>
                </a:rPr>
                <a:t>AGENTIC AI FOR YOUR ENTERPRISE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86953" y="697657"/>
            <a:ext cx="2073568" cy="692053"/>
          </a:xfrm>
          <a:custGeom>
            <a:avLst/>
            <a:gdLst/>
            <a:ahLst/>
            <a:cxnLst/>
            <a:rect l="l" t="t" r="r" b="b"/>
            <a:pathLst>
              <a:path w="2073568" h="692053">
                <a:moveTo>
                  <a:pt x="0" y="0"/>
                </a:moveTo>
                <a:lnTo>
                  <a:pt x="2073568" y="0"/>
                </a:lnTo>
                <a:lnTo>
                  <a:pt x="2073568" y="692054"/>
                </a:lnTo>
                <a:lnTo>
                  <a:pt x="0" y="692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8" r="-56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75883" y="2397310"/>
            <a:ext cx="2201173" cy="462816"/>
            <a:chOff x="0" y="0"/>
            <a:chExt cx="2934897" cy="61708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934897" cy="617088"/>
              <a:chOff x="0" y="0"/>
              <a:chExt cx="943528" cy="19838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43528" cy="198385"/>
              </a:xfrm>
              <a:custGeom>
                <a:avLst/>
                <a:gdLst/>
                <a:ahLst/>
                <a:cxnLst/>
                <a:rect l="l" t="t" r="r" b="b"/>
                <a:pathLst>
                  <a:path w="943528" h="198385">
                    <a:moveTo>
                      <a:pt x="99193" y="0"/>
                    </a:moveTo>
                    <a:lnTo>
                      <a:pt x="844335" y="0"/>
                    </a:lnTo>
                    <a:cubicBezTo>
                      <a:pt x="899118" y="0"/>
                      <a:pt x="943528" y="44410"/>
                      <a:pt x="943528" y="99193"/>
                    </a:cubicBezTo>
                    <a:lnTo>
                      <a:pt x="943528" y="99193"/>
                    </a:lnTo>
                    <a:cubicBezTo>
                      <a:pt x="943528" y="125500"/>
                      <a:pt x="933077" y="150730"/>
                      <a:pt x="914475" y="169332"/>
                    </a:cubicBezTo>
                    <a:cubicBezTo>
                      <a:pt x="895873" y="187935"/>
                      <a:pt x="870643" y="198385"/>
                      <a:pt x="844335" y="198385"/>
                    </a:cubicBezTo>
                    <a:lnTo>
                      <a:pt x="99193" y="198385"/>
                    </a:lnTo>
                    <a:cubicBezTo>
                      <a:pt x="44410" y="198385"/>
                      <a:pt x="0" y="153975"/>
                      <a:pt x="0" y="99193"/>
                    </a:cubicBezTo>
                    <a:lnTo>
                      <a:pt x="0" y="99193"/>
                    </a:lnTo>
                    <a:cubicBezTo>
                      <a:pt x="0" y="44410"/>
                      <a:pt x="44410" y="0"/>
                      <a:pt x="99193" y="0"/>
                    </a:cubicBezTo>
                    <a:close/>
                  </a:path>
                </a:pathLst>
              </a:custGeom>
              <a:solidFill>
                <a:srgbClr val="4C4C4C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943528" cy="19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21797" y="0"/>
              <a:ext cx="2291303" cy="617088"/>
              <a:chOff x="0" y="0"/>
              <a:chExt cx="1615714" cy="43514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615714" cy="435140"/>
              </a:xfrm>
              <a:custGeom>
                <a:avLst/>
                <a:gdLst/>
                <a:ahLst/>
                <a:cxnLst/>
                <a:rect l="l" t="t" r="r" b="b"/>
                <a:pathLst>
                  <a:path w="1615714" h="435140">
                    <a:moveTo>
                      <a:pt x="0" y="0"/>
                    </a:moveTo>
                    <a:lnTo>
                      <a:pt x="1615714" y="0"/>
                    </a:lnTo>
                    <a:lnTo>
                      <a:pt x="1615714" y="435140"/>
                    </a:lnTo>
                    <a:lnTo>
                      <a:pt x="0" y="4351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14400" r="-692318" b="-53207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1615714" cy="4351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23"/>
                  </a:lnSpc>
                </a:pPr>
                <a:r>
                  <a:rPr lang="en-US" sz="1599" spc="174">
                    <a:solidFill>
                      <a:srgbClr val="FFFFFF"/>
                    </a:solidFill>
                    <a:latin typeface="DM Sans 1"/>
                    <a:ea typeface="DM Sans 1"/>
                    <a:cs typeface="DM Sans 1"/>
                    <a:sym typeface="DM Sans 1"/>
                  </a:rPr>
                  <a:t>TECH LEADER</a:t>
                </a:r>
              </a:p>
            </p:txBody>
          </p:sp>
        </p:grpSp>
      </p:grpSp>
      <p:sp>
        <p:nvSpPr>
          <p:cNvPr id="14" name="Freeform 14"/>
          <p:cNvSpPr/>
          <p:nvPr/>
        </p:nvSpPr>
        <p:spPr>
          <a:xfrm>
            <a:off x="3814961" y="7295525"/>
            <a:ext cx="2627301" cy="2324241"/>
          </a:xfrm>
          <a:custGeom>
            <a:avLst/>
            <a:gdLst/>
            <a:ahLst/>
            <a:cxnLst/>
            <a:rect l="l" t="t" r="r" b="b"/>
            <a:pathLst>
              <a:path w="2627301" h="2324241">
                <a:moveTo>
                  <a:pt x="0" y="0"/>
                </a:moveTo>
                <a:lnTo>
                  <a:pt x="2627301" y="0"/>
                </a:lnTo>
                <a:lnTo>
                  <a:pt x="2627301" y="2324242"/>
                </a:lnTo>
                <a:lnTo>
                  <a:pt x="0" y="2324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89" t="-19851" r="-2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956051" y="7985498"/>
            <a:ext cx="2627301" cy="2324241"/>
          </a:xfrm>
          <a:custGeom>
            <a:avLst/>
            <a:gdLst/>
            <a:ahLst/>
            <a:cxnLst/>
            <a:rect l="l" t="t" r="r" b="b"/>
            <a:pathLst>
              <a:path w="2627301" h="2324241">
                <a:moveTo>
                  <a:pt x="0" y="0"/>
                </a:moveTo>
                <a:lnTo>
                  <a:pt x="2627300" y="0"/>
                </a:lnTo>
                <a:lnTo>
                  <a:pt x="2627300" y="2324241"/>
                </a:lnTo>
                <a:lnTo>
                  <a:pt x="0" y="2324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89" t="-19851" r="-2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3814961" y="7286000"/>
            <a:ext cx="2456505" cy="2065922"/>
            <a:chOff x="0" y="0"/>
            <a:chExt cx="649065" cy="5458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9065" cy="545864"/>
            </a:xfrm>
            <a:custGeom>
              <a:avLst/>
              <a:gdLst/>
              <a:ahLst/>
              <a:cxnLst/>
              <a:rect l="l" t="t" r="r" b="b"/>
              <a:pathLst>
                <a:path w="649065" h="545864">
                  <a:moveTo>
                    <a:pt x="28364" y="0"/>
                  </a:moveTo>
                  <a:lnTo>
                    <a:pt x="620700" y="0"/>
                  </a:lnTo>
                  <a:cubicBezTo>
                    <a:pt x="636365" y="0"/>
                    <a:pt x="649065" y="12699"/>
                    <a:pt x="649065" y="28364"/>
                  </a:cubicBezTo>
                  <a:lnTo>
                    <a:pt x="649065" y="517499"/>
                  </a:lnTo>
                  <a:cubicBezTo>
                    <a:pt x="649065" y="525022"/>
                    <a:pt x="646076" y="532237"/>
                    <a:pt x="640757" y="537556"/>
                  </a:cubicBezTo>
                  <a:cubicBezTo>
                    <a:pt x="635437" y="542875"/>
                    <a:pt x="628223" y="545864"/>
                    <a:pt x="620700" y="545864"/>
                  </a:cubicBezTo>
                  <a:lnTo>
                    <a:pt x="28364" y="545864"/>
                  </a:lnTo>
                  <a:cubicBezTo>
                    <a:pt x="20842" y="545864"/>
                    <a:pt x="13627" y="542875"/>
                    <a:pt x="8308" y="537556"/>
                  </a:cubicBezTo>
                  <a:cubicBezTo>
                    <a:pt x="2988" y="532237"/>
                    <a:pt x="0" y="525022"/>
                    <a:pt x="0" y="517499"/>
                  </a:cubicBezTo>
                  <a:lnTo>
                    <a:pt x="0" y="28364"/>
                  </a:lnTo>
                  <a:cubicBezTo>
                    <a:pt x="0" y="20842"/>
                    <a:pt x="2988" y="13627"/>
                    <a:pt x="8308" y="8308"/>
                  </a:cubicBezTo>
                  <a:cubicBezTo>
                    <a:pt x="13627" y="2988"/>
                    <a:pt x="20842" y="0"/>
                    <a:pt x="28364" y="0"/>
                  </a:cubicBez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649065" cy="55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44766" y="7975973"/>
            <a:ext cx="2456505" cy="2065922"/>
            <a:chOff x="0" y="0"/>
            <a:chExt cx="649065" cy="5458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9065" cy="545864"/>
            </a:xfrm>
            <a:custGeom>
              <a:avLst/>
              <a:gdLst/>
              <a:ahLst/>
              <a:cxnLst/>
              <a:rect l="l" t="t" r="r" b="b"/>
              <a:pathLst>
                <a:path w="649065" h="545864">
                  <a:moveTo>
                    <a:pt x="28364" y="0"/>
                  </a:moveTo>
                  <a:lnTo>
                    <a:pt x="620700" y="0"/>
                  </a:lnTo>
                  <a:cubicBezTo>
                    <a:pt x="636365" y="0"/>
                    <a:pt x="649065" y="12699"/>
                    <a:pt x="649065" y="28364"/>
                  </a:cubicBezTo>
                  <a:lnTo>
                    <a:pt x="649065" y="517499"/>
                  </a:lnTo>
                  <a:cubicBezTo>
                    <a:pt x="649065" y="525022"/>
                    <a:pt x="646076" y="532237"/>
                    <a:pt x="640757" y="537556"/>
                  </a:cubicBezTo>
                  <a:cubicBezTo>
                    <a:pt x="635437" y="542875"/>
                    <a:pt x="628223" y="545864"/>
                    <a:pt x="620700" y="545864"/>
                  </a:cubicBezTo>
                  <a:lnTo>
                    <a:pt x="28364" y="545864"/>
                  </a:lnTo>
                  <a:cubicBezTo>
                    <a:pt x="20842" y="545864"/>
                    <a:pt x="13627" y="542875"/>
                    <a:pt x="8308" y="537556"/>
                  </a:cubicBezTo>
                  <a:cubicBezTo>
                    <a:pt x="2988" y="532237"/>
                    <a:pt x="0" y="525022"/>
                    <a:pt x="0" y="517499"/>
                  </a:cubicBezTo>
                  <a:lnTo>
                    <a:pt x="0" y="28364"/>
                  </a:lnTo>
                  <a:cubicBezTo>
                    <a:pt x="0" y="20842"/>
                    <a:pt x="2988" y="13627"/>
                    <a:pt x="8308" y="8308"/>
                  </a:cubicBezTo>
                  <a:cubicBezTo>
                    <a:pt x="13627" y="2988"/>
                    <a:pt x="20842" y="0"/>
                    <a:pt x="28364" y="0"/>
                  </a:cubicBez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49065" cy="55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5400000">
            <a:off x="3777258" y="7312420"/>
            <a:ext cx="2065922" cy="2013083"/>
          </a:xfrm>
          <a:custGeom>
            <a:avLst/>
            <a:gdLst/>
            <a:ahLst/>
            <a:cxnLst/>
            <a:rect l="l" t="t" r="r" b="b"/>
            <a:pathLst>
              <a:path w="2065922" h="2013083">
                <a:moveTo>
                  <a:pt x="0" y="0"/>
                </a:moveTo>
                <a:lnTo>
                  <a:pt x="2065922" y="0"/>
                </a:lnTo>
                <a:lnTo>
                  <a:pt x="2065922" y="2013083"/>
                </a:lnTo>
                <a:lnTo>
                  <a:pt x="0" y="2013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592" b="-1329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5400000">
            <a:off x="7140058" y="7780681"/>
            <a:ext cx="2065922" cy="2456505"/>
          </a:xfrm>
          <a:custGeom>
            <a:avLst/>
            <a:gdLst/>
            <a:ahLst/>
            <a:cxnLst/>
            <a:rect l="l" t="t" r="r" b="b"/>
            <a:pathLst>
              <a:path w="2065922" h="2456505">
                <a:moveTo>
                  <a:pt x="0" y="0"/>
                </a:moveTo>
                <a:lnTo>
                  <a:pt x="2065922" y="0"/>
                </a:lnTo>
                <a:lnTo>
                  <a:pt x="2065922" y="2456505"/>
                </a:lnTo>
                <a:lnTo>
                  <a:pt x="0" y="24565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3958" b="-1249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86953" y="6675168"/>
            <a:ext cx="2627301" cy="2324241"/>
          </a:xfrm>
          <a:custGeom>
            <a:avLst/>
            <a:gdLst/>
            <a:ahLst/>
            <a:cxnLst/>
            <a:rect l="l" t="t" r="r" b="b"/>
            <a:pathLst>
              <a:path w="2627301" h="2324241">
                <a:moveTo>
                  <a:pt x="0" y="0"/>
                </a:moveTo>
                <a:lnTo>
                  <a:pt x="2627301" y="0"/>
                </a:lnTo>
                <a:lnTo>
                  <a:pt x="2627301" y="2324241"/>
                </a:lnTo>
                <a:lnTo>
                  <a:pt x="0" y="2324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89" t="-19851" r="-2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686953" y="6675168"/>
            <a:ext cx="2456505" cy="2065922"/>
            <a:chOff x="0" y="0"/>
            <a:chExt cx="649065" cy="5458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9065" cy="545864"/>
            </a:xfrm>
            <a:custGeom>
              <a:avLst/>
              <a:gdLst/>
              <a:ahLst/>
              <a:cxnLst/>
              <a:rect l="l" t="t" r="r" b="b"/>
              <a:pathLst>
                <a:path w="649065" h="545864">
                  <a:moveTo>
                    <a:pt x="28364" y="0"/>
                  </a:moveTo>
                  <a:lnTo>
                    <a:pt x="620700" y="0"/>
                  </a:lnTo>
                  <a:cubicBezTo>
                    <a:pt x="636365" y="0"/>
                    <a:pt x="649065" y="12699"/>
                    <a:pt x="649065" y="28364"/>
                  </a:cubicBezTo>
                  <a:lnTo>
                    <a:pt x="649065" y="517499"/>
                  </a:lnTo>
                  <a:cubicBezTo>
                    <a:pt x="649065" y="525022"/>
                    <a:pt x="646076" y="532237"/>
                    <a:pt x="640757" y="537556"/>
                  </a:cubicBezTo>
                  <a:cubicBezTo>
                    <a:pt x="635437" y="542875"/>
                    <a:pt x="628223" y="545864"/>
                    <a:pt x="620700" y="545864"/>
                  </a:cubicBezTo>
                  <a:lnTo>
                    <a:pt x="28364" y="545864"/>
                  </a:lnTo>
                  <a:cubicBezTo>
                    <a:pt x="20842" y="545864"/>
                    <a:pt x="13627" y="542875"/>
                    <a:pt x="8308" y="537556"/>
                  </a:cubicBezTo>
                  <a:cubicBezTo>
                    <a:pt x="2988" y="532237"/>
                    <a:pt x="0" y="525022"/>
                    <a:pt x="0" y="517499"/>
                  </a:cubicBezTo>
                  <a:lnTo>
                    <a:pt x="0" y="28364"/>
                  </a:lnTo>
                  <a:cubicBezTo>
                    <a:pt x="0" y="20842"/>
                    <a:pt x="2988" y="13627"/>
                    <a:pt x="8308" y="8308"/>
                  </a:cubicBezTo>
                  <a:cubicBezTo>
                    <a:pt x="13627" y="2988"/>
                    <a:pt x="20842" y="0"/>
                    <a:pt x="28364" y="0"/>
                  </a:cubicBez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49065" cy="55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5400000">
            <a:off x="879475" y="6482646"/>
            <a:ext cx="2065922" cy="2450966"/>
          </a:xfrm>
          <a:custGeom>
            <a:avLst/>
            <a:gdLst/>
            <a:ahLst/>
            <a:cxnLst/>
            <a:rect l="l" t="t" r="r" b="b"/>
            <a:pathLst>
              <a:path w="2065922" h="2450966">
                <a:moveTo>
                  <a:pt x="0" y="0"/>
                </a:moveTo>
                <a:lnTo>
                  <a:pt x="2065922" y="0"/>
                </a:lnTo>
                <a:lnTo>
                  <a:pt x="2065922" y="2450966"/>
                </a:lnTo>
                <a:lnTo>
                  <a:pt x="0" y="24509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2137" r="-83134" b="-8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927608" y="7635758"/>
            <a:ext cx="716575" cy="0"/>
          </a:xfrm>
          <a:prstGeom prst="line">
            <a:avLst/>
          </a:prstGeom>
          <a:ln w="19050" cap="flat">
            <a:solidFill>
              <a:srgbClr val="000000">
                <a:alpha val="7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4025142" y="8261723"/>
            <a:ext cx="716575" cy="0"/>
          </a:xfrm>
          <a:prstGeom prst="line">
            <a:avLst/>
          </a:prstGeom>
          <a:ln w="19050" cap="flat">
            <a:solidFill>
              <a:srgbClr val="000000">
                <a:alpha val="7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V="1">
            <a:off x="7188557" y="8999409"/>
            <a:ext cx="716575" cy="0"/>
          </a:xfrm>
          <a:prstGeom prst="line">
            <a:avLst/>
          </a:prstGeom>
          <a:ln w="19050" cap="flat">
            <a:solidFill>
              <a:srgbClr val="000000">
                <a:alpha val="7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858348" y="6847586"/>
            <a:ext cx="564414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735" b="1" spc="76">
                <a:solidFill>
                  <a:srgbClr val="FFFFFF"/>
                </a:solidFill>
                <a:latin typeface="DM Sans 1 Heavy"/>
                <a:ea typeface="DM Sans 1 Heavy"/>
                <a:cs typeface="DM Sans 1 Heavy"/>
                <a:sym typeface="DM Sans 1 Heavy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980006" y="7504558"/>
            <a:ext cx="616763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735" b="1" u="none" strike="noStrike" spc="76">
                <a:solidFill>
                  <a:srgbClr val="FFFFFF"/>
                </a:solidFill>
                <a:latin typeface="DM Sans 1 Heavy"/>
                <a:ea typeface="DM Sans 1 Heavy"/>
                <a:cs typeface="DM Sans 1 Heavy"/>
                <a:sym typeface="DM Sans 1 Heavy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20852" y="8231273"/>
            <a:ext cx="642937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735" b="1" u="none" strike="noStrike" spc="76">
                <a:solidFill>
                  <a:srgbClr val="FFFFFF"/>
                </a:solidFill>
                <a:latin typeface="DM Sans 1 Heavy"/>
                <a:ea typeface="DM Sans 1 Heavy"/>
                <a:cs typeface="DM Sans 1 Heavy"/>
                <a:sym typeface="DM Sans 1 Heavy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7608" y="7363821"/>
            <a:ext cx="1433149" cy="20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06"/>
              </a:lnSpc>
            </a:pPr>
            <a:r>
              <a:rPr lang="en-US" sz="1619">
                <a:solidFill>
                  <a:srgbClr val="000000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DIAGNOSE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025142" y="7978311"/>
            <a:ext cx="1937862" cy="20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06"/>
              </a:lnSpc>
              <a:spcBef>
                <a:spcPct val="0"/>
              </a:spcBef>
            </a:pPr>
            <a:r>
              <a:rPr lang="en-US" sz="1619" u="none" strike="noStrike">
                <a:solidFill>
                  <a:srgbClr val="000000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ORCHESTRATE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88557" y="8696230"/>
            <a:ext cx="1433149" cy="20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06"/>
              </a:lnSpc>
              <a:spcBef>
                <a:spcPct val="0"/>
              </a:spcBef>
            </a:pPr>
            <a:r>
              <a:rPr lang="en-US" sz="1619" u="none" strike="noStrike">
                <a:solidFill>
                  <a:srgbClr val="000000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EVOLVE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7608" y="7849792"/>
            <a:ext cx="2008291" cy="43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  <a:spcBef>
                <a:spcPct val="0"/>
              </a:spcBef>
            </a:pPr>
            <a:r>
              <a:rPr lang="en-US" sz="986" b="1" spc="107">
                <a:solidFill>
                  <a:srgbClr val="000000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Map operational friction and uncover high-impact opportunities.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25142" y="8471273"/>
            <a:ext cx="1791619" cy="43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  <a:spcBef>
                <a:spcPct val="0"/>
              </a:spcBef>
            </a:pPr>
            <a:r>
              <a:rPr lang="en-US" sz="986" b="1" spc="107">
                <a:solidFill>
                  <a:srgbClr val="000000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Embed AI-native systems into the core of execution.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88557" y="9208959"/>
            <a:ext cx="1743818" cy="43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  <a:spcBef>
                <a:spcPct val="0"/>
              </a:spcBef>
            </a:pPr>
            <a:r>
              <a:rPr lang="en-US" sz="986" b="1" spc="107">
                <a:solidFill>
                  <a:srgbClr val="000000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Continuously optimize workflows, intelligence, and outcomes.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03212" y="11019227"/>
            <a:ext cx="4815513" cy="964152"/>
            <a:chOff x="0" y="0"/>
            <a:chExt cx="6420685" cy="1285536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6420685" cy="1285536"/>
              <a:chOff x="0" y="0"/>
              <a:chExt cx="990846" cy="19838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990846" cy="198385"/>
              </a:xfrm>
              <a:custGeom>
                <a:avLst/>
                <a:gdLst/>
                <a:ahLst/>
                <a:cxnLst/>
                <a:rect l="l" t="t" r="r" b="b"/>
                <a:pathLst>
                  <a:path w="990846" h="198385">
                    <a:moveTo>
                      <a:pt x="99193" y="0"/>
                    </a:moveTo>
                    <a:lnTo>
                      <a:pt x="891654" y="0"/>
                    </a:lnTo>
                    <a:cubicBezTo>
                      <a:pt x="946436" y="0"/>
                      <a:pt x="990846" y="44410"/>
                      <a:pt x="990846" y="99193"/>
                    </a:cubicBezTo>
                    <a:lnTo>
                      <a:pt x="990846" y="99193"/>
                    </a:lnTo>
                    <a:cubicBezTo>
                      <a:pt x="990846" y="125500"/>
                      <a:pt x="980396" y="150730"/>
                      <a:pt x="961794" y="169332"/>
                    </a:cubicBezTo>
                    <a:cubicBezTo>
                      <a:pt x="943191" y="187935"/>
                      <a:pt x="917961" y="198385"/>
                      <a:pt x="891654" y="198385"/>
                    </a:cubicBezTo>
                    <a:lnTo>
                      <a:pt x="99193" y="198385"/>
                    </a:lnTo>
                    <a:cubicBezTo>
                      <a:pt x="44410" y="198385"/>
                      <a:pt x="0" y="153975"/>
                      <a:pt x="0" y="99193"/>
                    </a:cubicBezTo>
                    <a:lnTo>
                      <a:pt x="0" y="99193"/>
                    </a:lnTo>
                    <a:cubicBezTo>
                      <a:pt x="0" y="44410"/>
                      <a:pt x="44410" y="0"/>
                      <a:pt x="99193" y="0"/>
                    </a:cubicBezTo>
                    <a:close/>
                  </a:path>
                </a:pathLst>
              </a:custGeom>
              <a:solidFill>
                <a:srgbClr val="4C4C4C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990846" cy="198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3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24180" y="223845"/>
              <a:ext cx="4972324" cy="837846"/>
              <a:chOff x="0" y="0"/>
              <a:chExt cx="3354635" cy="56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354635" cy="565262"/>
              </a:xfrm>
              <a:custGeom>
                <a:avLst/>
                <a:gdLst/>
                <a:ahLst/>
                <a:cxnLst/>
                <a:rect l="l" t="t" r="r" b="b"/>
                <a:pathLst>
                  <a:path w="3354635" h="565262">
                    <a:moveTo>
                      <a:pt x="0" y="0"/>
                    </a:moveTo>
                    <a:lnTo>
                      <a:pt x="3354635" y="0"/>
                    </a:lnTo>
                    <a:lnTo>
                      <a:pt x="3354635" y="565262"/>
                    </a:lnTo>
                    <a:lnTo>
                      <a:pt x="0" y="56526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95987" r="-281609" b="-38657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95250"/>
                <a:ext cx="3354635" cy="6605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11"/>
                  </a:lnSpc>
                </a:pPr>
                <a:r>
                  <a:rPr lang="en-US" sz="2799" b="1" spc="204">
                    <a:solidFill>
                      <a:srgbClr val="FFFFFF"/>
                    </a:solidFill>
                    <a:latin typeface="DM Sans 1 Semi-Bold"/>
                    <a:ea typeface="DM Sans 1 Semi-Bold"/>
                    <a:cs typeface="DM Sans 1 Semi-Bold"/>
                    <a:sym typeface="DM Sans 1 Semi-Bold"/>
                  </a:rPr>
                  <a:t>RUN WITH CALFUS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775883" y="3403679"/>
            <a:ext cx="8482417" cy="250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60"/>
              </a:lnSpc>
            </a:pPr>
            <a:r>
              <a:rPr lang="en-US" sz="12967" b="1">
                <a:solidFill>
                  <a:srgbClr val="3ECFA0"/>
                </a:solidFill>
                <a:latin typeface="Stack Sans Notch Bold"/>
                <a:ea typeface="Stack Sans Notch Bold"/>
                <a:cs typeface="Stack Sans Notch Bold"/>
                <a:sym typeface="Stack Sans Notch Bold"/>
              </a:rPr>
              <a:t>Innovation</a:t>
            </a:r>
            <a:r>
              <a:rPr lang="en-US" sz="12967">
                <a:solidFill>
                  <a:srgbClr val="000000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 </a:t>
            </a:r>
          </a:p>
          <a:p>
            <a:pPr algn="just">
              <a:lnSpc>
                <a:spcPts val="7583"/>
              </a:lnSpc>
            </a:pPr>
            <a:r>
              <a:rPr lang="en-US" sz="8153">
                <a:solidFill>
                  <a:srgbClr val="000000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rPr>
              <a:t>has no Finish Line</a:t>
            </a:r>
          </a:p>
        </p:txBody>
      </p:sp>
      <p:sp>
        <p:nvSpPr>
          <p:cNvPr id="49" name="Freeform 49"/>
          <p:cNvSpPr/>
          <p:nvPr/>
        </p:nvSpPr>
        <p:spPr>
          <a:xfrm rot="-10800000">
            <a:off x="5472668" y="-351743"/>
            <a:ext cx="5188113" cy="5105321"/>
          </a:xfrm>
          <a:custGeom>
            <a:avLst/>
            <a:gdLst/>
            <a:ahLst/>
            <a:cxnLst/>
            <a:rect l="l" t="t" r="r" b="b"/>
            <a:pathLst>
              <a:path w="5188113" h="5105321">
                <a:moveTo>
                  <a:pt x="0" y="0"/>
                </a:moveTo>
                <a:lnTo>
                  <a:pt x="5188113" y="0"/>
                </a:lnTo>
                <a:lnTo>
                  <a:pt x="5188113" y="5105321"/>
                </a:lnTo>
                <a:lnTo>
                  <a:pt x="0" y="5105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6000"/>
            </a:blip>
            <a:stretch>
              <a:fillRect l="-68346" b="-11384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Macintosh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Arial</vt:lpstr>
      <vt:lpstr>Stack Sans Notch Light</vt:lpstr>
      <vt:lpstr>Stack Sans Notch Bold</vt:lpstr>
      <vt:lpstr>DM Sans 1 Medium</vt:lpstr>
      <vt:lpstr>Calibri</vt:lpstr>
      <vt:lpstr>DM Sans 1 Bold</vt:lpstr>
      <vt:lpstr>DM Sans 2</vt:lpstr>
      <vt:lpstr>DM Sans 1 Semi-Bold</vt:lpstr>
      <vt:lpstr>DM Sans 1 Heavy</vt:lpstr>
      <vt:lpstr>Stack Sans Notch</vt:lpstr>
      <vt:lpstr>DM Sans 2 Bold</vt:lpstr>
      <vt:lpstr>Stack Sans Notch Semi-Bold</vt:lpstr>
      <vt:lpstr>DM Sans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Calfus - Ownership (Social media templates) - Client Copy</dc:title>
  <cp:lastModifiedBy>Divya Kardile</cp:lastModifiedBy>
  <cp:revision>3</cp:revision>
  <dcterms:created xsi:type="dcterms:W3CDTF">2006-08-16T00:00:00Z</dcterms:created>
  <dcterms:modified xsi:type="dcterms:W3CDTF">2026-10-16T07:45:54Z</dcterms:modified>
  <dc:identifier>DAHMEzwCEc4</dc:identifier>
</cp:coreProperties>
</file>