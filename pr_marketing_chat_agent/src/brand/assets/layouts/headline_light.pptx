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9" r:id="rId2"/>
  </p:sldIdLst>
  <p:sldSz cx="10287000" cy="12852400"/>
  <p:notesSz cx="6858000" cy="9144000"/>
  <p:embeddedFontLst>
    <p:embeddedFont>
      <p:font typeface="DM Sans 1" pitchFamily="2" charset="77"/>
      <p:regular r:id="rId8"/>
    </p:embeddedFont>
    <p:embeddedFont>
      <p:font typeface="DM Sans 1 Bold" pitchFamily="2" charset="77"/>
      <p:regular r:id="rId9"/>
      <p:bold r:id="rId10"/>
    </p:embeddedFont>
    <p:embeddedFont>
      <p:font typeface="DM Sans 1 Heavy" pitchFamily="2" charset="77"/>
      <p:regular r:id="rId11"/>
      <p:bold r:id="rId12"/>
    </p:embeddedFont>
    <p:embeddedFont>
      <p:font typeface="DM Sans 1 Medium" pitchFamily="2" charset="77"/>
      <p:regular r:id="rId13"/>
    </p:embeddedFont>
    <p:embeddedFont>
      <p:font typeface="DM Sans 1 Semi-Bold" pitchFamily="2" charset="77"/>
      <p:regular r:id="rId14"/>
      <p:bold r:id="rId15"/>
    </p:embeddedFont>
    <p:embeddedFont>
      <p:font typeface="DM Sans 2" pitchFamily="2" charset="77"/>
      <p:regular r:id="rId16"/>
    </p:embeddedFont>
    <p:embeddedFont>
      <p:font typeface="DM Sans 2 Bold" pitchFamily="2" charset="77"/>
      <p:regular r:id="rId17"/>
      <p:bold r:id="rId18"/>
    </p:embeddedFont>
    <p:embeddedFont>
      <p:font typeface="Stack Sans Notch" pitchFamily="2" charset="77"/>
      <p:regular r:id="rId19"/>
    </p:embeddedFont>
    <p:embeddedFont>
      <p:font typeface="Stack Sans Notch Bold" pitchFamily="2" charset="77"/>
      <p:regular r:id="rId20"/>
      <p:bold r:id="rId21"/>
    </p:embeddedFont>
    <p:embeddedFont>
      <p:font typeface="Stack Sans Notch Light" pitchFamily="2" charset="77"/>
      <p:regular r:id="rId22"/>
    </p:embeddedFont>
    <p:embeddedFont>
      <p:font typeface="Stack Sans Notch Semi-Bold" pitchFamily="2" charset="77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10" autoAdjust="0"/>
  </p:normalViewPr>
  <p:slideViewPr>
    <p:cSldViewPr>
      <p:cViewPr varScale="1">
        <p:scale>
          <a:sx n="52" d="100"/>
          <a:sy n="52" d="100"/>
        </p:scale>
        <p:origin x="308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font" Target="fonts/font9.fntdata"/><Relationship Id="rId17" Type="http://schemas.openxmlformats.org/officeDocument/2006/relationships/font" Target="fonts/font10.fntdata"/><Relationship Id="rId18" Type="http://schemas.openxmlformats.org/officeDocument/2006/relationships/font" Target="fonts/font11.fntdata"/><Relationship Id="rId19" Type="http://schemas.openxmlformats.org/officeDocument/2006/relationships/font" Target="fonts/font12.fntdata"/><Relationship Id="rId20" Type="http://schemas.openxmlformats.org/officeDocument/2006/relationships/font" Target="fonts/font13.fntdata"/><Relationship Id="rId21" Type="http://schemas.openxmlformats.org/officeDocument/2006/relationships/font" Target="fonts/font14.fntdata"/><Relationship Id="rId22" Type="http://schemas.openxmlformats.org/officeDocument/2006/relationships/font" Target="fonts/font15.fntdata"/><Relationship Id="rId23" Type="http://schemas.openxmlformats.org/officeDocument/2006/relationships/font" Target="fonts/font16.fntdata"/><Relationship Id="rId24" Type="http://schemas.openxmlformats.org/officeDocument/2006/relationships/font" Target="fonts/font17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0" cy="12858750"/>
            <a:chOff x="0" y="0"/>
            <a:chExt cx="13716000" cy="17145000"/>
          </a:xfrm>
        </p:grpSpPr>
        <p:sp>
          <p:nvSpPr>
            <p:cNvPr id="3" name="Freeform 3"/>
            <p:cNvSpPr/>
            <p:nvPr/>
          </p:nvSpPr>
          <p:spPr>
            <a:xfrm>
              <a:off x="4563855" y="5715000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70" y="0"/>
                  </a:lnTo>
                  <a:lnTo>
                    <a:pt x="2308070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4563855" y="11397972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70" y="0"/>
                  </a:lnTo>
                  <a:lnTo>
                    <a:pt x="2308070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4563855" y="0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70" y="0"/>
                  </a:lnTo>
                  <a:lnTo>
                    <a:pt x="2308070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2283635" y="5715000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70" y="0"/>
                  </a:lnTo>
                  <a:lnTo>
                    <a:pt x="2308070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283635" y="11397972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70" y="0"/>
                  </a:lnTo>
                  <a:lnTo>
                    <a:pt x="2308070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83635" y="0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70" y="0"/>
                  </a:lnTo>
                  <a:lnTo>
                    <a:pt x="2308070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5715000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69" y="0"/>
                  </a:lnTo>
                  <a:lnTo>
                    <a:pt x="2308069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1397972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69" y="0"/>
                  </a:lnTo>
                  <a:lnTo>
                    <a:pt x="2308069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69" y="0"/>
                  </a:lnTo>
                  <a:lnTo>
                    <a:pt x="2308069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844075" y="5715000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70" y="0"/>
                  </a:lnTo>
                  <a:lnTo>
                    <a:pt x="2308070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844075" y="11397972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70" y="0"/>
                  </a:lnTo>
                  <a:lnTo>
                    <a:pt x="2308070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844075" y="0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70" y="0"/>
                  </a:lnTo>
                  <a:lnTo>
                    <a:pt x="2308070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9124295" y="5715000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70" y="0"/>
                  </a:lnTo>
                  <a:lnTo>
                    <a:pt x="2308070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9124295" y="11397972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70" y="0"/>
                  </a:lnTo>
                  <a:lnTo>
                    <a:pt x="2308070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9124295" y="0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70" y="0"/>
                  </a:lnTo>
                  <a:lnTo>
                    <a:pt x="2308070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1407931" y="5715000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69" y="0"/>
                  </a:lnTo>
                  <a:lnTo>
                    <a:pt x="2308069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1407931" y="11397972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69" y="0"/>
                  </a:lnTo>
                  <a:lnTo>
                    <a:pt x="2308069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1407931" y="0"/>
              <a:ext cx="2308069" cy="5747028"/>
            </a:xfrm>
            <a:custGeom>
              <a:avLst/>
              <a:gdLst/>
              <a:ahLst/>
              <a:cxnLst/>
              <a:rect l="l" t="t" r="r" b="b"/>
              <a:pathLst>
                <a:path w="2308069" h="5747028">
                  <a:moveTo>
                    <a:pt x="0" y="0"/>
                  </a:moveTo>
                  <a:lnTo>
                    <a:pt x="2308069" y="0"/>
                  </a:lnTo>
                  <a:lnTo>
                    <a:pt x="2308069" y="5747028"/>
                  </a:lnTo>
                  <a:lnTo>
                    <a:pt x="0" y="5747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65005" r="-650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Freeform 21"/>
          <p:cNvSpPr/>
          <p:nvPr/>
        </p:nvSpPr>
        <p:spPr>
          <a:xfrm>
            <a:off x="765957" y="724716"/>
            <a:ext cx="2979593" cy="994439"/>
          </a:xfrm>
          <a:custGeom>
            <a:avLst/>
            <a:gdLst/>
            <a:ahLst/>
            <a:cxnLst/>
            <a:rect l="l" t="t" r="r" b="b"/>
            <a:pathLst>
              <a:path w="2979593" h="994439">
                <a:moveTo>
                  <a:pt x="0" y="0"/>
                </a:moveTo>
                <a:lnTo>
                  <a:pt x="2979593" y="0"/>
                </a:lnTo>
                <a:lnTo>
                  <a:pt x="2979593" y="994439"/>
                </a:lnTo>
                <a:lnTo>
                  <a:pt x="0" y="994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8" r="-56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836330" y="2815593"/>
            <a:ext cx="2201173" cy="462816"/>
            <a:chOff x="0" y="0"/>
            <a:chExt cx="943528" cy="19838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43528" cy="198385"/>
            </a:xfrm>
            <a:custGeom>
              <a:avLst/>
              <a:gdLst/>
              <a:ahLst/>
              <a:cxnLst/>
              <a:rect l="l" t="t" r="r" b="b"/>
              <a:pathLst>
                <a:path w="943528" h="198385">
                  <a:moveTo>
                    <a:pt x="99193" y="0"/>
                  </a:moveTo>
                  <a:lnTo>
                    <a:pt x="844335" y="0"/>
                  </a:lnTo>
                  <a:cubicBezTo>
                    <a:pt x="899118" y="0"/>
                    <a:pt x="943528" y="44410"/>
                    <a:pt x="943528" y="99193"/>
                  </a:cubicBezTo>
                  <a:lnTo>
                    <a:pt x="943528" y="99193"/>
                  </a:lnTo>
                  <a:cubicBezTo>
                    <a:pt x="943528" y="125500"/>
                    <a:pt x="933077" y="150730"/>
                    <a:pt x="914475" y="169332"/>
                  </a:cubicBezTo>
                  <a:cubicBezTo>
                    <a:pt x="895873" y="187935"/>
                    <a:pt x="870643" y="198385"/>
                    <a:pt x="844335" y="198385"/>
                  </a:cubicBezTo>
                  <a:lnTo>
                    <a:pt x="99193" y="198385"/>
                  </a:lnTo>
                  <a:cubicBezTo>
                    <a:pt x="44410" y="198385"/>
                    <a:pt x="0" y="153975"/>
                    <a:pt x="0" y="99193"/>
                  </a:cubicBezTo>
                  <a:lnTo>
                    <a:pt x="0" y="99193"/>
                  </a:lnTo>
                  <a:cubicBezTo>
                    <a:pt x="0" y="44410"/>
                    <a:pt x="44410" y="0"/>
                    <a:pt x="99193" y="0"/>
                  </a:cubicBezTo>
                  <a:close/>
                </a:path>
              </a:pathLst>
            </a:custGeom>
            <a:solidFill>
              <a:srgbClr val="3ECFA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943528" cy="198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3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77678" y="2815593"/>
            <a:ext cx="1718477" cy="462816"/>
            <a:chOff x="0" y="0"/>
            <a:chExt cx="1615714" cy="4351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15714" cy="435140"/>
            </a:xfrm>
            <a:custGeom>
              <a:avLst/>
              <a:gdLst/>
              <a:ahLst/>
              <a:cxnLst/>
              <a:rect l="l" t="t" r="r" b="b"/>
              <a:pathLst>
                <a:path w="1615714" h="435140">
                  <a:moveTo>
                    <a:pt x="0" y="0"/>
                  </a:moveTo>
                  <a:lnTo>
                    <a:pt x="1615714" y="0"/>
                  </a:lnTo>
                  <a:lnTo>
                    <a:pt x="1615714" y="435140"/>
                  </a:lnTo>
                  <a:lnTo>
                    <a:pt x="0" y="4351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4400" r="-692318" b="-5320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1615714" cy="435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23"/>
                </a:lnSpc>
              </a:pPr>
              <a:r>
                <a:rPr lang="en-US" sz="1599" spc="174">
                  <a:solidFill>
                    <a:srgbClr val="FFFFFF"/>
                  </a:solidFill>
                  <a:latin typeface="DM Sans 1"/>
                  <a:ea typeface="DM Sans 1"/>
                  <a:cs typeface="DM Sans 1"/>
                  <a:sym typeface="DM Sans 1"/>
                </a:rPr>
                <a:t>TECH LEADER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771061" y="6612852"/>
            <a:ext cx="3398540" cy="0"/>
          </a:xfrm>
          <a:prstGeom prst="line">
            <a:avLst/>
          </a:prstGeom>
          <a:ln w="38100" cap="flat">
            <a:solidFill>
              <a:srgbClr val="3ECFA0">
                <a:alpha val="73725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>
            <a:off x="771061" y="7010472"/>
            <a:ext cx="7563133" cy="1547291"/>
            <a:chOff x="0" y="0"/>
            <a:chExt cx="6803405" cy="139186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803405" cy="1391863"/>
            </a:xfrm>
            <a:custGeom>
              <a:avLst/>
              <a:gdLst/>
              <a:ahLst/>
              <a:cxnLst/>
              <a:rect l="l" t="t" r="r" b="b"/>
              <a:pathLst>
                <a:path w="6803405" h="1391863">
                  <a:moveTo>
                    <a:pt x="0" y="0"/>
                  </a:moveTo>
                  <a:lnTo>
                    <a:pt x="6803405" y="0"/>
                  </a:lnTo>
                  <a:lnTo>
                    <a:pt x="6803405" y="1391863"/>
                  </a:lnTo>
                  <a:lnTo>
                    <a:pt x="0" y="13918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0817" r="-88164" b="-9760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6803405" cy="13918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1"/>
                </a:lnSpc>
              </a:pPr>
              <a:r>
                <a:rPr lang="en-US" sz="3199" b="1" spc="63">
                  <a:solidFill>
                    <a:srgbClr val="000000"/>
                  </a:solidFill>
                  <a:latin typeface="DM Sans 1 Semi-Bold"/>
                  <a:ea typeface="DM Sans 1 Semi-Bold"/>
                  <a:cs typeface="DM Sans 1 Semi-Bold"/>
                  <a:sym typeface="DM Sans 1 Semi-Bold"/>
                </a:rPr>
                <a:t>We don't just deploy code; </a:t>
              </a:r>
            </a:p>
            <a:p>
              <a:pPr algn="l">
                <a:lnSpc>
                  <a:spcPts val="3711"/>
                </a:lnSpc>
              </a:pPr>
              <a:r>
                <a:rPr lang="en-US" sz="3199" b="1" spc="63">
                  <a:solidFill>
                    <a:srgbClr val="000000"/>
                  </a:solidFill>
                  <a:latin typeface="DM Sans 1 Semi-Bold"/>
                  <a:ea typeface="DM Sans 1 Semi-Bold"/>
                  <a:cs typeface="DM Sans 1 Semi-Bold"/>
                  <a:sym typeface="DM Sans 1 Semi-Bold"/>
                </a:rPr>
                <a:t>we orchestrate systems that endure. Our execution is your stability.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75883" y="3859435"/>
            <a:ext cx="8482417" cy="250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60"/>
              </a:lnSpc>
            </a:pPr>
            <a:r>
              <a:rPr lang="en-US" sz="12967" b="1">
                <a:solidFill>
                  <a:srgbClr val="3ECFA0"/>
                </a:solidFill>
                <a:latin typeface="Stack Sans Notch Bold"/>
                <a:ea typeface="Stack Sans Notch Bold"/>
                <a:cs typeface="Stack Sans Notch Bold"/>
                <a:sym typeface="Stack Sans Notch Bold"/>
              </a:rPr>
              <a:t>Innovation</a:t>
            </a:r>
            <a:r>
              <a:rPr lang="en-US" sz="12967">
                <a:solidFill>
                  <a:srgbClr val="000000"/>
                </a:solidFill>
                <a:latin typeface="Stack Sans Notch"/>
                <a:ea typeface="Stack Sans Notch"/>
                <a:cs typeface="Stack Sans Notch"/>
                <a:sym typeface="Stack Sans Notch"/>
              </a:rPr>
              <a:t> </a:t>
            </a:r>
          </a:p>
          <a:p>
            <a:pPr algn="just">
              <a:lnSpc>
                <a:spcPts val="7583"/>
              </a:lnSpc>
            </a:pPr>
            <a:r>
              <a:rPr lang="en-US" sz="8153">
                <a:solidFill>
                  <a:srgbClr val="000000"/>
                </a:solidFill>
                <a:latin typeface="Stack Sans Notch Light"/>
                <a:ea typeface="Stack Sans Notch Light"/>
                <a:cs typeface="Stack Sans Notch Light"/>
                <a:sym typeface="Stack Sans Notch Light"/>
              </a:rPr>
              <a:t>has no Finish Line</a:t>
            </a:r>
          </a:p>
        </p:txBody>
      </p:sp>
      <p:grpSp>
        <p:nvGrpSpPr>
          <p:cNvPr id="33" name="Group 33"/>
          <p:cNvGrpSpPr/>
          <p:nvPr/>
        </p:nvGrpSpPr>
        <p:grpSpPr>
          <a:xfrm rot="5400000">
            <a:off x="8057052" y="412168"/>
            <a:ext cx="1864516" cy="1883566"/>
            <a:chOff x="0" y="0"/>
            <a:chExt cx="2486021" cy="2511421"/>
          </a:xfrm>
        </p:grpSpPr>
        <p:sp>
          <p:nvSpPr>
            <p:cNvPr id="34" name="AutoShape 34"/>
            <p:cNvSpPr/>
            <p:nvPr/>
          </p:nvSpPr>
          <p:spPr>
            <a:xfrm>
              <a:off x="25400" y="50800"/>
              <a:ext cx="0" cy="2460621"/>
            </a:xfrm>
            <a:prstGeom prst="line">
              <a:avLst/>
            </a:prstGeom>
            <a:ln w="50800" cap="flat">
              <a:solidFill>
                <a:srgbClr val="3ECFA0">
                  <a:alpha val="7372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AutoShape 35"/>
            <p:cNvSpPr/>
            <p:nvPr/>
          </p:nvSpPr>
          <p:spPr>
            <a:xfrm flipH="1">
              <a:off x="25400" y="25400"/>
              <a:ext cx="2460621" cy="0"/>
            </a:xfrm>
            <a:prstGeom prst="line">
              <a:avLst/>
            </a:prstGeom>
            <a:ln w="50800" cap="flat">
              <a:solidFill>
                <a:srgbClr val="3ECFA0">
                  <a:alpha val="7372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 rot="-10800000">
            <a:off x="8057052" y="10618354"/>
            <a:ext cx="1864516" cy="1883566"/>
            <a:chOff x="0" y="0"/>
            <a:chExt cx="2486021" cy="2511421"/>
          </a:xfrm>
        </p:grpSpPr>
        <p:sp>
          <p:nvSpPr>
            <p:cNvPr id="37" name="AutoShape 37"/>
            <p:cNvSpPr/>
            <p:nvPr/>
          </p:nvSpPr>
          <p:spPr>
            <a:xfrm>
              <a:off x="25400" y="50800"/>
              <a:ext cx="0" cy="2460621"/>
            </a:xfrm>
            <a:prstGeom prst="line">
              <a:avLst/>
            </a:prstGeom>
            <a:ln w="50800" cap="flat">
              <a:solidFill>
                <a:srgbClr val="3ECFA0">
                  <a:alpha val="7372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AutoShape 38"/>
            <p:cNvSpPr/>
            <p:nvPr/>
          </p:nvSpPr>
          <p:spPr>
            <a:xfrm flipH="1">
              <a:off x="25400" y="25400"/>
              <a:ext cx="2460621" cy="0"/>
            </a:xfrm>
            <a:prstGeom prst="line">
              <a:avLst/>
            </a:prstGeom>
            <a:ln w="50800" cap="flat">
              <a:solidFill>
                <a:srgbClr val="3ECFA0">
                  <a:alpha val="7372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Freeform 39"/>
          <p:cNvSpPr/>
          <p:nvPr/>
        </p:nvSpPr>
        <p:spPr>
          <a:xfrm rot="-10800000">
            <a:off x="5472668" y="-351743"/>
            <a:ext cx="5188113" cy="5105321"/>
          </a:xfrm>
          <a:custGeom>
            <a:avLst/>
            <a:gdLst/>
            <a:ahLst/>
            <a:cxnLst/>
            <a:rect l="l" t="t" r="r" b="b"/>
            <a:pathLst>
              <a:path w="5188113" h="5105321">
                <a:moveTo>
                  <a:pt x="0" y="0"/>
                </a:moveTo>
                <a:lnTo>
                  <a:pt x="5188113" y="0"/>
                </a:lnTo>
                <a:lnTo>
                  <a:pt x="5188113" y="5105321"/>
                </a:lnTo>
                <a:lnTo>
                  <a:pt x="0" y="51053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6000"/>
            </a:blip>
            <a:stretch>
              <a:fillRect l="-68346" b="-11384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0" name="Group 40"/>
          <p:cNvGrpSpPr/>
          <p:nvPr/>
        </p:nvGrpSpPr>
        <p:grpSpPr>
          <a:xfrm>
            <a:off x="765957" y="9654202"/>
            <a:ext cx="4815513" cy="964152"/>
            <a:chOff x="0" y="0"/>
            <a:chExt cx="990846" cy="19838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90846" cy="198385"/>
            </a:xfrm>
            <a:custGeom>
              <a:avLst/>
              <a:gdLst/>
              <a:ahLst/>
              <a:cxnLst/>
              <a:rect l="l" t="t" r="r" b="b"/>
              <a:pathLst>
                <a:path w="990846" h="198385">
                  <a:moveTo>
                    <a:pt x="99193" y="0"/>
                  </a:moveTo>
                  <a:lnTo>
                    <a:pt x="891654" y="0"/>
                  </a:lnTo>
                  <a:cubicBezTo>
                    <a:pt x="946436" y="0"/>
                    <a:pt x="990846" y="44410"/>
                    <a:pt x="990846" y="99193"/>
                  </a:cubicBezTo>
                  <a:lnTo>
                    <a:pt x="990846" y="99193"/>
                  </a:lnTo>
                  <a:cubicBezTo>
                    <a:pt x="990846" y="125500"/>
                    <a:pt x="980396" y="150730"/>
                    <a:pt x="961794" y="169332"/>
                  </a:cubicBezTo>
                  <a:cubicBezTo>
                    <a:pt x="943191" y="187935"/>
                    <a:pt x="917961" y="198385"/>
                    <a:pt x="891654" y="198385"/>
                  </a:cubicBezTo>
                  <a:lnTo>
                    <a:pt x="99193" y="198385"/>
                  </a:lnTo>
                  <a:cubicBezTo>
                    <a:pt x="44410" y="198385"/>
                    <a:pt x="0" y="153975"/>
                    <a:pt x="0" y="99193"/>
                  </a:cubicBezTo>
                  <a:lnTo>
                    <a:pt x="0" y="99193"/>
                  </a:lnTo>
                  <a:cubicBezTo>
                    <a:pt x="0" y="44410"/>
                    <a:pt x="44410" y="0"/>
                    <a:pt x="9919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ECFA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990846" cy="198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3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09093" y="9822086"/>
            <a:ext cx="3729243" cy="628384"/>
            <a:chOff x="0" y="0"/>
            <a:chExt cx="3354635" cy="56526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354635" cy="565262"/>
            </a:xfrm>
            <a:custGeom>
              <a:avLst/>
              <a:gdLst/>
              <a:ahLst/>
              <a:cxnLst/>
              <a:rect l="l" t="t" r="r" b="b"/>
              <a:pathLst>
                <a:path w="3354635" h="565262">
                  <a:moveTo>
                    <a:pt x="0" y="0"/>
                  </a:moveTo>
                  <a:lnTo>
                    <a:pt x="3354635" y="0"/>
                  </a:lnTo>
                  <a:lnTo>
                    <a:pt x="3354635" y="565262"/>
                  </a:lnTo>
                  <a:lnTo>
                    <a:pt x="0" y="5652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95987" r="-281609" b="-3865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95250"/>
              <a:ext cx="3354635" cy="6605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11"/>
                </a:lnSpc>
              </a:pPr>
              <a:r>
                <a:rPr lang="en-US" sz="2799" b="1" spc="204">
                  <a:solidFill>
                    <a:srgbClr val="000000"/>
                  </a:solidFill>
                  <a:latin typeface="DM Sans 1 Semi-Bold"/>
                  <a:ea typeface="DM Sans 1 Semi-Bold"/>
                  <a:cs typeface="DM Sans 1 Semi-Bold"/>
                  <a:sym typeface="DM Sans 1 Semi-Bold"/>
                </a:rPr>
                <a:t>RUN WITH CALFUS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</Words>
  <Application>Microsoft Macintosh PowerPoint</Application>
  <PresentationFormat>Custom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0" baseType="lpstr">
      <vt:lpstr>Arial</vt:lpstr>
      <vt:lpstr>Stack Sans Notch Light</vt:lpstr>
      <vt:lpstr>Stack Sans Notch Bold</vt:lpstr>
      <vt:lpstr>DM Sans 1 Medium</vt:lpstr>
      <vt:lpstr>Calibri</vt:lpstr>
      <vt:lpstr>DM Sans 1 Bold</vt:lpstr>
      <vt:lpstr>DM Sans 2</vt:lpstr>
      <vt:lpstr>DM Sans 1 Semi-Bold</vt:lpstr>
      <vt:lpstr>DM Sans 1 Heavy</vt:lpstr>
      <vt:lpstr>Stack Sans Notch</vt:lpstr>
      <vt:lpstr>DM Sans 2 Bold</vt:lpstr>
      <vt:lpstr>Stack Sans Notch Semi-Bold</vt:lpstr>
      <vt:lpstr>DM Sans 1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Calfus - Ownership (Social media templates) - Client Copy</dc:title>
  <cp:lastModifiedBy>Divya Kardile</cp:lastModifiedBy>
  <cp:revision>3</cp:revision>
  <dcterms:created xsi:type="dcterms:W3CDTF">2006-08-16T00:00:00Z</dcterms:created>
  <dcterms:modified xsi:type="dcterms:W3CDTF">2026-10-16T07:45:54Z</dcterms:modified>
  <dc:identifier>DAHMEzwCEc4</dc:identifier>
</cp:coreProperties>
</file>